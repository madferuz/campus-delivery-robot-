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914400" y="-914400"/>
            <a:ext cx="3657600" cy="3657600"/>
          </a:xfrm>
          <a:prstGeom prst="rect">
            <a:avLst/>
          </a:prstGeom>
          <a:solidFill>
            <a:srgbClr val="13193F"/>
          </a:solidFill>
          <a:ln w="12700">
            <a:solidFill>
              <a:srgbClr val="1319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720000">
            <a:off x="9418320" y="4572000"/>
            <a:ext cx="4572000" cy="4572000"/>
          </a:xfrm>
          <a:prstGeom prst="rect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ROBOT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ROS-Based Smart Mobility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886200"/>
            <a:ext cx="548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0690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Mobility Engineering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· 7 Members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29 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00200" y="19019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60920" y="19019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9992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Flow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29992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Contributions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096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Functions Coverage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3931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60920" y="4096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Recording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51937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50292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5029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60920" y="51937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autonomous delivery on a university campus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TurtleBot3 that delivers packages between buildings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either a voice command or an advanced Click CLI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 path with move_base, avoids obstacles and pedestrians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its delivery box on arrival, then returns to home dock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session to a rosbag for later replay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1920240" cy="1920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737360"/>
            <a:ext cx="19202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011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68096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0" y="1737360"/>
            <a:ext cx="1920240" cy="1920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1737360"/>
            <a:ext cx="19202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0" y="20116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78408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Packages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3931920"/>
            <a:ext cx="1920240" cy="1920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3931920"/>
            <a:ext cx="19202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4206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7680960" y="5212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Functions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84080" y="3931920"/>
            <a:ext cx="1920240" cy="1920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3931920"/>
            <a:ext cx="19202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4206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784080" y="5212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Modules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ROS packages · 7-member vertical slices · ROS 1 Noetic</a:t>
            </a:r>
            <a:endParaRPr lang="en-US" sz="1600" dirty="0"/>
          </a:p>
        </p:txBody>
      </p:sp>
      <p:pic>
        <p:nvPicPr>
          <p:cNvPr id="4" name="Image 0" descr="/home/claude/campus_delivery_robot/docs/ros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020" y="1554480"/>
            <a:ext cx="72694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Operational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state machine - one branch per FSM state</a:t>
            </a:r>
            <a:endParaRPr lang="en-US" sz="1600" dirty="0"/>
          </a:p>
        </p:txBody>
      </p:sp>
      <p:pic>
        <p:nvPicPr>
          <p:cNvPr id="4" name="Image 0" descr="/home/claude/campus_delivery_robot/docs/operational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63040"/>
            <a:ext cx="3457575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0" y="20116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CLI command kicks off a mission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LiDAR check independently for safety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trigger a soft stop; objects trigger hard brake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ends with delivery box open then return home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Member Contributions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owns at least 2 ROS functions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554480"/>
            <a:ext cx="91440" cy="2011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Perception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camera_publisher · vision_detector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91440" cy="2011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&amp; Safety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lidar_obstacle · auto_brake (service)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554480"/>
            <a:ext cx="91440" cy="201168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&amp; TF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gps_simulator · map_tf_broadcaster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554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1554480"/>
            <a:ext cx="91440" cy="2011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8116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2697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waypoint_action_server · plan_helper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51660" y="3840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51660" y="3840480"/>
            <a:ext cx="91440" cy="20116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6" name="Text 24"/>
          <p:cNvSpPr/>
          <p:nvPr/>
        </p:nvSpPr>
        <p:spPr>
          <a:xfrm>
            <a:off x="2080260" y="3977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0802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Remote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80260" y="4983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voice_command · remote_telemetry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2020" y="3840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2020" y="3840480"/>
            <a:ext cx="91440" cy="20116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1" name="Text 29"/>
          <p:cNvSpPr/>
          <p:nvPr/>
        </p:nvSpPr>
        <p:spPr>
          <a:xfrm>
            <a:off x="4960620" y="3977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6062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60620" y="4983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mission_fsm · delivery_box_service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12380" y="384048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12380" y="3840480"/>
            <a:ext cx="91440" cy="201168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36" name="Text 34"/>
          <p:cNvSpPr/>
          <p:nvPr/>
        </p:nvSpPr>
        <p:spPr>
          <a:xfrm>
            <a:off x="7840980" y="3977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84098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Tests, Infra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840980" y="4983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CLI · pytest · bringup launch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Vision Perception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delivery_perception_vision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228600" cy="5394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camera_publisher_node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republisher with resize + JPEG compression for the remote monitoring app.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vision_detector_node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+ Custom-msg Publisher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HOG pedestrian detector + contour fallback. Emits ObstacleInfo messages.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Concepts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Message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LiDAR &amp; Safety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delivery_perception_lidar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228600" cy="5394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lidar_obstacle_node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+ Publisher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Distills /scan into a single closest-forward ObstacleInfo for everyone else.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auto_brake_node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Advertises EmergencyStop service; halts the robot when an obstacle crosses threshold.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Concepts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Server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Localization &amp; TF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delivery_localization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228600" cy="539496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gps_simulator_node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NavSatFix from /odom with Gaussian noise. Looks realistic in rosbag.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map_tf_broadcaster_node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tf2 Broadcaster + Subscriber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/map -&gt; /odom alive; re-seeded by RViz 2D Pose Estimate.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Concepts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1C4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Navigation &amp; Planning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delivery_navigation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228600" cy="5394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waypoint_action_server_node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DeliveryMission action wrapping move_base. Streams distance-remaining feedback.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global_planner_helper_node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+ Publisher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move_base global plans into a lean JSON summary.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Concepts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Server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Client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Server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Voice &amp; Remote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delivery_voice_remote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228600" cy="53949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voice_command_node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+ grammar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or text input -&gt; VoiceCommand. Regex grammar maps natural language to commands.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remote_telemetry_node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Multi-Subscriber + Publisher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4 topics into a single JSON telemetry topic for the dashboard.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Concepts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Message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Multi-Subscriber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Mission Control &amp; Delivery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delivery_mission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228600" cy="53949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delivery_box_service_node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Server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OpenDeliveryBox service with simulated actuator delay. Latched state topic.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mission_fsm_node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Client + State Machine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of the robot. Drives FSM: voice -&gt; deliver -&gt; arrive -&gt; box -&gt; return home.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Concepts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Server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Client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CLI, Tests, Infrastructure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delivery_cli · delivery_tests · delivery_robot_bringup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228600" cy="539496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delivery-cli (click)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CLI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deliver, stop, resume, box, say, status, watch, bag, list-destinations subcommands.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7680960" cy="182880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delivery_tests + bringup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solidFill>
            <a:srgbClr val="34495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89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roslaunch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pytest modules, top-level launch, rosbag launch, parameter server config.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Concepts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49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49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49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154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roslaunch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78240" y="3657600"/>
            <a:ext cx="29260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49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ROS Functions Coverage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in the project brief is exercised somewhere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camera_publisher, gps_simulator, lidar_obstacle, telemetry,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vision_detector, auto_brake, mission_fsm, remote_telemetry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Messages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ObstacleInfo, RobotStatus, VoiceCommand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(server)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auto_brake (EmergencyStop), delivery_box (OpenDeliveryBox)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(client)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mission_fsm, delivery-cli box / stop / resume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(server)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waypoint_action_server (DeliveryMission)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(client)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mission_fsm, delivery-cli deliver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move_base_overrides.yaml, waypoints.yaml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map_tf_broadcaster, navigation distance calc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rosbag (mandatory)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record_session.launch, delivery-cli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RViz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delivery_robot.rviz with map, plan, scan, 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launch files including delivery_robot_full.launch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CLI (mandatory)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delivery_cli package with 9 subcommands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(mandatory)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test modules: voice parser, CLI, box, LiDAR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Demo &amp; Recording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in the 25-minute demonstration video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roslaunch delivery_robot_full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2057400"/>
            <a:ext cx="228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Recording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delivery-cli bag 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2057400"/>
            <a:ext cx="228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206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delivery-cli deliver library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2057400"/>
            <a:ext cx="228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6092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Telemetry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delivery-cli watch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18320" y="2057400"/>
            <a:ext cx="22860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rosbag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rosbag play demo.bag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749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Capture Topic Set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429768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/cmd_vel       (control output)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/scan          (LiDAR)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/odom          (wheel odometry)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/tf, /tf_static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/camera/.../compressed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429768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/delivery/status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/delivery/gps/fix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/delivery/perception/* (vision + LiDAR)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/delivery/voice/commands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/move_base/NavfnROS/plan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scenarios for fast iteration; rostest for integration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9496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no ROS master needed · seconds to 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test_voice_parser.py — 11 assertions on the grammar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test_cli.py — Click CliRunner exercises --help / --version, bag 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out rospy + delivery_msgs so it runs in a plain virtualenv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389120"/>
          </a:xfrm>
          <a:prstGeom prst="rect">
            <a:avLst/>
          </a:prstGeom>
          <a:solidFill>
            <a:srgbClr val="F7F8FC"/>
          </a:solidFill>
          <a:ln w="9525">
            <a:solidFill>
              <a:srgbClr val="E1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53949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rostest · roslaunch starts the node, pytest hits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301752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test_delivery_box_service.test — service round-trip + idempotency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test_lidar_obstacle.py — synthetic /scan with known closest point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--with-ros flag lets the same file run as plain pytest when desired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589520" y="-914400"/>
            <a:ext cx="5486400" cy="5486400"/>
          </a:xfrm>
          <a:prstGeom prst="rect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60120" y="4160520"/>
            <a:ext cx="548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github.com/&lt;your-team&gt;/campus_delivery_robot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Delivery Robot</dc:title>
  <dc:subject>PptxGenJS Presentation</dc:subject>
  <dc:creator>Campus Delivery Robot Team</dc:creator>
  <cp:lastModifiedBy>Campus Delivery Robot Team</cp:lastModifiedBy>
  <cp:revision>1</cp:revision>
  <dcterms:created xsi:type="dcterms:W3CDTF">2026-05-23T05:34:37Z</dcterms:created>
  <dcterms:modified xsi:type="dcterms:W3CDTF">2026-05-23T05:34:37Z</dcterms:modified>
</cp:coreProperties>
</file>